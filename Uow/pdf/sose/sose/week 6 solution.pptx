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7" r:id="rId3"/>
    <p:sldId id="304" r:id="rId4"/>
    <p:sldId id="344" r:id="rId5"/>
    <p:sldId id="345" r:id="rId6"/>
    <p:sldId id="346" r:id="rId7"/>
    <p:sldId id="289" r:id="rId8"/>
    <p:sldId id="357" r:id="rId9"/>
    <p:sldId id="2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B56"/>
    <a:srgbClr val="553058"/>
    <a:srgbClr val="A02A7D"/>
    <a:srgbClr val="362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xun Huang" userId="5c4f4171-79f0-4b87-aa1d-c097d9ee5a38" providerId="ADAL" clId="{87A17539-C04D-41BF-AD1A-B1005AFB2B56}"/>
    <pc:docChg chg="delSld">
      <pc:chgData name="Shixun Huang" userId="5c4f4171-79f0-4b87-aa1d-c097d9ee5a38" providerId="ADAL" clId="{87A17539-C04D-41BF-AD1A-B1005AFB2B56}" dt="2024-04-05T04:34:37.201" v="0" actId="2696"/>
      <pc:docMkLst>
        <pc:docMk/>
      </pc:docMkLst>
      <pc:sldChg chg="del">
        <pc:chgData name="Shixun Huang" userId="5c4f4171-79f0-4b87-aa1d-c097d9ee5a38" providerId="ADAL" clId="{87A17539-C04D-41BF-AD1A-B1005AFB2B56}" dt="2024-04-05T04:34:37.201" v="0" actId="2696"/>
        <pc:sldMkLst>
          <pc:docMk/>
          <pc:sldMk cId="0" sldId="280"/>
        </pc:sldMkLst>
      </pc:sldChg>
      <pc:sldChg chg="del">
        <pc:chgData name="Shixun Huang" userId="5c4f4171-79f0-4b87-aa1d-c097d9ee5a38" providerId="ADAL" clId="{87A17539-C04D-41BF-AD1A-B1005AFB2B56}" dt="2024-04-05T04:34:37.201" v="0" actId="2696"/>
        <pc:sldMkLst>
          <pc:docMk/>
          <pc:sldMk cId="0" sldId="348"/>
        </pc:sldMkLst>
      </pc:sldChg>
      <pc:sldChg chg="del">
        <pc:chgData name="Shixun Huang" userId="5c4f4171-79f0-4b87-aa1d-c097d9ee5a38" providerId="ADAL" clId="{87A17539-C04D-41BF-AD1A-B1005AFB2B56}" dt="2024-04-05T04:34:37.201" v="0" actId="2696"/>
        <pc:sldMkLst>
          <pc:docMk/>
          <pc:sldMk cId="0" sldId="349"/>
        </pc:sldMkLst>
      </pc:sldChg>
    </pc:docChg>
  </pc:docChgLst>
  <pc:docChgLst>
    <pc:chgData name="Shixun Huang" userId="5c4f4171-79f0-4b87-aa1d-c097d9ee5a38" providerId="ADAL" clId="{7EA51A33-0C8D-4EFD-9C2A-7EF9F1F0BF3F}"/>
    <pc:docChg chg="custSel addSld delSld modSld">
      <pc:chgData name="Shixun Huang" userId="5c4f4171-79f0-4b87-aa1d-c097d9ee5a38" providerId="ADAL" clId="{7EA51A33-0C8D-4EFD-9C2A-7EF9F1F0BF3F}" dt="2024-04-01T01:05:27.959" v="111" actId="2696"/>
      <pc:docMkLst>
        <pc:docMk/>
      </pc:docMkLst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57"/>
        </pc:sldMkLst>
      </pc:sldChg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58"/>
        </pc:sldMkLst>
      </pc:sldChg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59"/>
        </pc:sldMkLst>
      </pc:sldChg>
      <pc:sldChg chg="del">
        <pc:chgData name="Shixun Huang" userId="5c4f4171-79f0-4b87-aa1d-c097d9ee5a38" providerId="ADAL" clId="{7EA51A33-0C8D-4EFD-9C2A-7EF9F1F0BF3F}" dt="2024-03-29T00:58:45.411" v="1" actId="2696"/>
        <pc:sldMkLst>
          <pc:docMk/>
          <pc:sldMk cId="0" sldId="260"/>
        </pc:sldMkLst>
      </pc:sldChg>
      <pc:sldChg chg="del">
        <pc:chgData name="Shixun Huang" userId="5c4f4171-79f0-4b87-aa1d-c097d9ee5a38" providerId="ADAL" clId="{7EA51A33-0C8D-4EFD-9C2A-7EF9F1F0BF3F}" dt="2024-03-29T00:58:45.411" v="1" actId="2696"/>
        <pc:sldMkLst>
          <pc:docMk/>
          <pc:sldMk cId="0" sldId="262"/>
        </pc:sldMkLst>
      </pc:sldChg>
      <pc:sldChg chg="del">
        <pc:chgData name="Shixun Huang" userId="5c4f4171-79f0-4b87-aa1d-c097d9ee5a38" providerId="ADAL" clId="{7EA51A33-0C8D-4EFD-9C2A-7EF9F1F0BF3F}" dt="2024-03-29T00:58:39.111" v="0" actId="2696"/>
        <pc:sldMkLst>
          <pc:docMk/>
          <pc:sldMk cId="0" sldId="269"/>
        </pc:sldMkLst>
      </pc:sldChg>
      <pc:sldChg chg="del">
        <pc:chgData name="Shixun Huang" userId="5c4f4171-79f0-4b87-aa1d-c097d9ee5a38" providerId="ADAL" clId="{7EA51A33-0C8D-4EFD-9C2A-7EF9F1F0BF3F}" dt="2024-03-29T00:58:45.411" v="1" actId="2696"/>
        <pc:sldMkLst>
          <pc:docMk/>
          <pc:sldMk cId="0" sldId="272"/>
        </pc:sldMkLst>
      </pc:sldChg>
      <pc:sldChg chg="modSp mod">
        <pc:chgData name="Shixun Huang" userId="5c4f4171-79f0-4b87-aa1d-c097d9ee5a38" providerId="ADAL" clId="{7EA51A33-0C8D-4EFD-9C2A-7EF9F1F0BF3F}" dt="2024-04-01T01:00:23.216" v="63" actId="20577"/>
        <pc:sldMkLst>
          <pc:docMk/>
          <pc:sldMk cId="0" sldId="287"/>
        </pc:sldMkLst>
        <pc:spChg chg="mod">
          <ac:chgData name="Shixun Huang" userId="5c4f4171-79f0-4b87-aa1d-c097d9ee5a38" providerId="ADAL" clId="{7EA51A33-0C8D-4EFD-9C2A-7EF9F1F0BF3F}" dt="2024-04-01T01:00:23.216" v="63" actId="20577"/>
          <ac:spMkLst>
            <pc:docMk/>
            <pc:sldMk cId="0" sldId="287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4:04.588" v="104" actId="20577"/>
        <pc:sldMkLst>
          <pc:docMk/>
          <pc:sldMk cId="0" sldId="289"/>
        </pc:sldMkLst>
        <pc:spChg chg="mod">
          <ac:chgData name="Shixun Huang" userId="5c4f4171-79f0-4b87-aa1d-c097d9ee5a38" providerId="ADAL" clId="{7EA51A33-0C8D-4EFD-9C2A-7EF9F1F0BF3F}" dt="2024-04-01T01:04:04.588" v="104" actId="20577"/>
          <ac:spMkLst>
            <pc:docMk/>
            <pc:sldMk cId="0" sldId="289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2:39.384" v="65" actId="207"/>
        <pc:sldMkLst>
          <pc:docMk/>
          <pc:sldMk cId="0" sldId="304"/>
        </pc:sldMkLst>
        <pc:spChg chg="mod">
          <ac:chgData name="Shixun Huang" userId="5c4f4171-79f0-4b87-aa1d-c097d9ee5a38" providerId="ADAL" clId="{7EA51A33-0C8D-4EFD-9C2A-7EF9F1F0BF3F}" dt="2024-04-01T01:02:39.384" v="65" actId="207"/>
          <ac:spMkLst>
            <pc:docMk/>
            <pc:sldMk cId="0" sldId="304"/>
            <ac:spMk id="8" creationId="{00000000-0000-0000-0000-000000000000}"/>
          </ac:spMkLst>
        </pc:spChg>
      </pc:sldChg>
      <pc:sldChg chg="del">
        <pc:chgData name="Shixun Huang" userId="5c4f4171-79f0-4b87-aa1d-c097d9ee5a38" providerId="ADAL" clId="{7EA51A33-0C8D-4EFD-9C2A-7EF9F1F0BF3F}" dt="2024-03-29T01:21:44.736" v="56" actId="2696"/>
        <pc:sldMkLst>
          <pc:docMk/>
          <pc:sldMk cId="0" sldId="305"/>
        </pc:sldMkLst>
      </pc:sldChg>
      <pc:sldChg chg="del">
        <pc:chgData name="Shixun Huang" userId="5c4f4171-79f0-4b87-aa1d-c097d9ee5a38" providerId="ADAL" clId="{7EA51A33-0C8D-4EFD-9C2A-7EF9F1F0BF3F}" dt="2024-04-01T01:00:48.052" v="64" actId="2696"/>
        <pc:sldMkLst>
          <pc:docMk/>
          <pc:sldMk cId="0" sldId="333"/>
        </pc:sldMkLst>
      </pc:sldChg>
      <pc:sldChg chg="del">
        <pc:chgData name="Shixun Huang" userId="5c4f4171-79f0-4b87-aa1d-c097d9ee5a38" providerId="ADAL" clId="{7EA51A33-0C8D-4EFD-9C2A-7EF9F1F0BF3F}" dt="2024-03-29T01:21:35.607" v="55" actId="2696"/>
        <pc:sldMkLst>
          <pc:docMk/>
          <pc:sldMk cId="0" sldId="334"/>
        </pc:sldMkLst>
      </pc:sldChg>
      <pc:sldChg chg="del">
        <pc:chgData name="Shixun Huang" userId="5c4f4171-79f0-4b87-aa1d-c097d9ee5a38" providerId="ADAL" clId="{7EA51A33-0C8D-4EFD-9C2A-7EF9F1F0BF3F}" dt="2024-04-01T01:00:13.868" v="57" actId="2696"/>
        <pc:sldMkLst>
          <pc:docMk/>
          <pc:sldMk cId="0" sldId="343"/>
        </pc:sldMkLst>
      </pc:sldChg>
      <pc:sldChg chg="modSp mod setBg">
        <pc:chgData name="Shixun Huang" userId="5c4f4171-79f0-4b87-aa1d-c097d9ee5a38" providerId="ADAL" clId="{7EA51A33-0C8D-4EFD-9C2A-7EF9F1F0BF3F}" dt="2024-03-29T01:06:25.583" v="16" actId="12"/>
        <pc:sldMkLst>
          <pc:docMk/>
          <pc:sldMk cId="0" sldId="344"/>
        </pc:sldMkLst>
        <pc:spChg chg="mod">
          <ac:chgData name="Shixun Huang" userId="5c4f4171-79f0-4b87-aa1d-c097d9ee5a38" providerId="ADAL" clId="{7EA51A33-0C8D-4EFD-9C2A-7EF9F1F0BF3F}" dt="2024-03-29T01:06:25.583" v="16" actId="12"/>
          <ac:spMkLst>
            <pc:docMk/>
            <pc:sldMk cId="0" sldId="344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3:03.416" v="68" actId="207"/>
        <pc:sldMkLst>
          <pc:docMk/>
          <pc:sldMk cId="0" sldId="345"/>
        </pc:sldMkLst>
        <pc:spChg chg="mod">
          <ac:chgData name="Shixun Huang" userId="5c4f4171-79f0-4b87-aa1d-c097d9ee5a38" providerId="ADAL" clId="{7EA51A33-0C8D-4EFD-9C2A-7EF9F1F0BF3F}" dt="2024-04-01T01:03:03.416" v="68" actId="207"/>
          <ac:spMkLst>
            <pc:docMk/>
            <pc:sldMk cId="0" sldId="345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7EA51A33-0C8D-4EFD-9C2A-7EF9F1F0BF3F}" dt="2024-04-01T01:03:35.574" v="83" actId="20577"/>
        <pc:sldMkLst>
          <pc:docMk/>
          <pc:sldMk cId="0" sldId="346"/>
        </pc:sldMkLst>
        <pc:spChg chg="mod">
          <ac:chgData name="Shixun Huang" userId="5c4f4171-79f0-4b87-aa1d-c097d9ee5a38" providerId="ADAL" clId="{7EA51A33-0C8D-4EFD-9C2A-7EF9F1F0BF3F}" dt="2024-04-01T01:03:35.574" v="83" actId="20577"/>
          <ac:spMkLst>
            <pc:docMk/>
            <pc:sldMk cId="0" sldId="346"/>
            <ac:spMk id="8" creationId="{00000000-0000-0000-0000-000000000000}"/>
          </ac:spMkLst>
        </pc:spChg>
      </pc:sldChg>
      <pc:sldChg chg="addSp delSp modSp mod">
        <pc:chgData name="Shixun Huang" userId="5c4f4171-79f0-4b87-aa1d-c097d9ee5a38" providerId="ADAL" clId="{7EA51A33-0C8D-4EFD-9C2A-7EF9F1F0BF3F}" dt="2024-04-01T01:04:16.267" v="108" actId="1076"/>
        <pc:sldMkLst>
          <pc:docMk/>
          <pc:sldMk cId="0" sldId="357"/>
        </pc:sldMkLst>
        <pc:picChg chg="del">
          <ac:chgData name="Shixun Huang" userId="5c4f4171-79f0-4b87-aa1d-c097d9ee5a38" providerId="ADAL" clId="{7EA51A33-0C8D-4EFD-9C2A-7EF9F1F0BF3F}" dt="2024-04-01T01:04:08.377" v="105" actId="478"/>
          <ac:picMkLst>
            <pc:docMk/>
            <pc:sldMk cId="0" sldId="357"/>
            <ac:picMk id="3" creationId="{00000000-0000-0000-0000-000000000000}"/>
          </ac:picMkLst>
        </pc:picChg>
        <pc:picChg chg="add mod">
          <ac:chgData name="Shixun Huang" userId="5c4f4171-79f0-4b87-aa1d-c097d9ee5a38" providerId="ADAL" clId="{7EA51A33-0C8D-4EFD-9C2A-7EF9F1F0BF3F}" dt="2024-04-01T01:04:16.267" v="108" actId="1076"/>
          <ac:picMkLst>
            <pc:docMk/>
            <pc:sldMk cId="0" sldId="357"/>
            <ac:picMk id="4" creationId="{2C5F318B-C00F-8988-EC5E-E2596CB44773}"/>
          </ac:picMkLst>
        </pc:picChg>
      </pc:sldChg>
      <pc:sldChg chg="addSp modSp new del">
        <pc:chgData name="Shixun Huang" userId="5c4f4171-79f0-4b87-aa1d-c097d9ee5a38" providerId="ADAL" clId="{7EA51A33-0C8D-4EFD-9C2A-7EF9F1F0BF3F}" dt="2024-04-01T01:05:27.959" v="111" actId="2696"/>
        <pc:sldMkLst>
          <pc:docMk/>
          <pc:sldMk cId="3427916898" sldId="358"/>
        </pc:sldMkLst>
        <pc:spChg chg="add mod">
          <ac:chgData name="Shixun Huang" userId="5c4f4171-79f0-4b87-aa1d-c097d9ee5a38" providerId="ADAL" clId="{7EA51A33-0C8D-4EFD-9C2A-7EF9F1F0BF3F}" dt="2024-04-01T01:05:12.811" v="110"/>
          <ac:spMkLst>
            <pc:docMk/>
            <pc:sldMk cId="3427916898" sldId="358"/>
            <ac:spMk id="2" creationId="{DEF54777-3212-24E0-B50D-FEA1C11D0A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Calibri" panose="020F050202020403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Calibri" panose="020F050202020403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fld id="{F4A4CFA3-DB98-45A2-AAE3-52D9BDB7DD8D}" type="datetimeFigureOut">
              <a:rPr lang="zh-CN" altLang="en-US" smtClean="0"/>
              <a:t>2024/4/5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Calibri" panose="020F050202020403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84820" y="4749165"/>
            <a:ext cx="223202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Week6 Tutorial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
</a:t>
            </a:r>
            <a:endParaRPr lang="zh-CN" altLang="en-US" sz="2000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941772" y="4748978"/>
            <a:ext cx="2517508" cy="40011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62755" y="1703070"/>
            <a:ext cx="744791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CSCI910/410 </a:t>
            </a:r>
          </a:p>
          <a:p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Software Requirements, Specifications and Formal Methods 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461510" y="311150"/>
            <a:ext cx="2935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Exercise 1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833880" y="1863725"/>
            <a:ext cx="8190230" cy="37293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105660" y="2278380"/>
            <a:ext cx="7647305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1. </a:t>
            </a:r>
            <a:r>
              <a:rPr lang="en-US" altLang="zh-CN" sz="2400" b="1" dirty="0" err="1">
                <a:solidFill>
                  <a:schemeClr val="bg1"/>
                </a:solidFill>
                <a:ea typeface="Calibri" panose="020F0502020204030204" pitchFamily="34" charset="0"/>
              </a:rPr>
              <a:t>A</a:t>
            </a:r>
            <a:r>
              <a:rPr lang="en-US" sz="2400" b="1" dirty="0" err="1">
                <a:solidFill>
                  <a:schemeClr val="bg1"/>
                </a:solidFill>
                <a:ea typeface="Calibri" panose="020F0502020204030204" pitchFamily="34" charset="0"/>
              </a:rPr>
              <a:t>nalyse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 the background information and three modules and specify the potential stakeholders, the domain requirements, and the functional and non-functional requirements of the project.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994275" y="338455"/>
            <a:ext cx="2367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sz="2800" b="1" dirty="0">
                <a:ea typeface="Calibri" panose="020F0502020204030204" pitchFamily="34" charset="0"/>
                <a:sym typeface="+mn-ea"/>
              </a:rPr>
              <a:t>Stakeholders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" y="1122680"/>
            <a:ext cx="12228195" cy="50057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862330" y="1301750"/>
            <a:ext cx="10631805" cy="464756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165225" y="1574800"/>
            <a:ext cx="10026015" cy="393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ea typeface="Calibri" panose="020F0502020204030204" pitchFamily="34" charset="0"/>
              </a:rPr>
              <a:t>Patients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: Patients are the primary stakeholders in the system. They will use the system to register their personal information, get medical treatment, and receive medication.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ea typeface="Calibri" panose="020F0502020204030204" pitchFamily="34" charset="0"/>
              </a:rPr>
              <a:t>Doctors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: Doctors will use the system to diagnose patients, prescribe medication, and update the patient's medical record.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ea typeface="Calibri" panose="020F0502020204030204" pitchFamily="34" charset="0"/>
              </a:rPr>
              <a:t>Nurses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: Nurses will use the system to record patient information, deliver medication, and update the medication delivery record.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ea typeface="Calibri" panose="020F0502020204030204" pitchFamily="34" charset="0"/>
              </a:rPr>
              <a:t>Hospital Management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: Hospital management will use the system to manage patient data, monitor the hospital's performance, and allocate resources efficiently.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rgbClr val="FF0000"/>
                </a:solidFill>
                <a:ea typeface="Calibri" panose="020F0502020204030204" pitchFamily="34" charset="0"/>
              </a:rPr>
              <a:t>Government Agencies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: Government agencies may use the system to monitor the hospital's compliance with regulations, collect statistics, and facilitate public health policies.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338955" y="347345"/>
            <a:ext cx="36791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sz="2800" b="1" dirty="0">
                <a:ea typeface="Calibri" panose="020F0502020204030204" pitchFamily="34" charset="0"/>
                <a:sym typeface="+mn-ea"/>
              </a:rPr>
              <a:t>Domain Requirements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60" y="1122680"/>
            <a:ext cx="12228195" cy="50057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80415" y="1301750"/>
            <a:ext cx="10631805" cy="464756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690370" y="1791970"/>
            <a:ext cx="897636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  <a:ea typeface="Calibri" panose="020F0502020204030204" pitchFamily="34" charset="0"/>
              </a:rPr>
              <a:t>The system must ensure accurate medicine delivery, with appropriate dosages and timings.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  <a:ea typeface="Calibri" panose="020F0502020204030204" pitchFamily="34" charset="0"/>
              </a:rPr>
              <a:t>The system must be available 24/7 to support emergency care.</a:t>
            </a: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  <a:ea typeface="Calibri" panose="020F0502020204030204" pitchFamily="34" charset="0"/>
              </a:rPr>
              <a:t>The system must store patient information securely and confidentially.</a:t>
            </a:r>
          </a:p>
          <a:p>
            <a:pPr marL="228600" algn="just"/>
            <a:endParaRPr lang="en-AU" sz="1800" b="1" dirty="0">
              <a:effectLst/>
              <a:latin typeface="Times New Roman" panose="02020603050405020304" pitchFamily="18" charset="0"/>
            </a:endParaRPr>
          </a:p>
          <a:p>
            <a:pPr marL="228600" algn="just"/>
            <a:endParaRPr lang="en-AU" sz="1800" b="1" dirty="0">
              <a:effectLst/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740150" y="329565"/>
            <a:ext cx="48774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sz="2800" b="1" dirty="0">
                <a:ea typeface="Calibri" panose="020F0502020204030204" pitchFamily="34" charset="0"/>
                <a:sym typeface="+mn-ea"/>
              </a:rPr>
              <a:t>Functional Requirements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" y="1122680"/>
            <a:ext cx="12228195" cy="50057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80415" y="1301750"/>
            <a:ext cx="10631805" cy="464756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691005" y="1590675"/>
            <a:ext cx="897636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A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Nurse: check patient's information (e.g., personal info, medical record, prescription), record/update personal info and medicine delivery record, submit diagnosis results.</a:t>
            </a:r>
          </a:p>
          <a:p>
            <a:r>
              <a:rPr lang="en-A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</a:p>
          <a:p>
            <a:r>
              <a:rPr lang="en-A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Doctor: check, update patient's information (e.g., personal info, medical record, diagnosis results), submit prescription.</a:t>
            </a:r>
          </a:p>
          <a:p>
            <a:r>
              <a:rPr lang="en-A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</a:p>
          <a:p>
            <a:r>
              <a:rPr lang="en-A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System: mechanisms for doctor assignment, display patients based on which nurse cares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57600" y="320675"/>
            <a:ext cx="48774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sz="2800" b="1" dirty="0">
                <a:ea typeface="Calibri" panose="020F0502020204030204" pitchFamily="34" charset="0"/>
                <a:sym typeface="+mn-ea"/>
              </a:rPr>
              <a:t>Non-Functional Requirements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" y="1122680"/>
            <a:ext cx="12228195" cy="50057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80415" y="1301750"/>
            <a:ext cx="10631805" cy="464756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760855" y="1722120"/>
            <a:ext cx="8976360" cy="1602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The system should be user-friendly and easy to use, e.g., how long does it take for nurses to learn to use the system.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The system should be compatible with different devices and browsers.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The system should be able to handle concurrent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589780" y="320675"/>
            <a:ext cx="29641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Exercise 2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983105" y="1433195"/>
            <a:ext cx="8176895" cy="4292600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070735" y="2685415"/>
            <a:ext cx="8050530" cy="1277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3200" b="1" dirty="0">
                <a:solidFill>
                  <a:schemeClr val="bg1"/>
                </a:solidFill>
                <a:ea typeface="Calibri" panose="020F0502020204030204" pitchFamily="34" charset="0"/>
              </a:rPr>
              <a:t>Draw a level-0 Data Flow Diagram for the project.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66210" y="329565"/>
            <a:ext cx="42589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Level 0 Context Level DFD</a:t>
            </a:r>
          </a:p>
        </p:txBody>
      </p:sp>
      <p:pic>
        <p:nvPicPr>
          <p:cNvPr id="4" name="Picture 3" descr="A diagram of a medical procedure">
            <a:extLst>
              <a:ext uri="{FF2B5EF4-FFF2-40B4-BE49-F238E27FC236}">
                <a16:creationId xmlns:a16="http://schemas.microsoft.com/office/drawing/2014/main" id="{2C5F318B-C00F-8988-EC5E-E2596CB44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909" y="1116330"/>
            <a:ext cx="7037794" cy="4799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806519" y="4761954"/>
            <a:ext cx="3671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THANKS</a:t>
            </a:r>
            <a:endParaRPr lang="zh-CN" altLang="en-US" sz="5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348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Shixun Huang</cp:lastModifiedBy>
  <cp:revision>97</cp:revision>
  <dcterms:created xsi:type="dcterms:W3CDTF">2023-03-29T11:34:00Z</dcterms:created>
  <dcterms:modified xsi:type="dcterms:W3CDTF">2024-04-05T04:34:38Z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1033-11.2.0.11516</vt:lpwstr>
  </property>
  <property fmtid="{D5CDD505-2E9C-101B-9397-08002B2CF9AE}" pid="3" name="ICV">
    <vt:lpwstr>916455EA220045F0A9F2F90BB062BDD4</vt:lpwstr>
  </property>
</Properties>
</file>