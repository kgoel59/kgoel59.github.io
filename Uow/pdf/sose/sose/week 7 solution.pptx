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80" r:id="rId3"/>
    <p:sldId id="348" r:id="rId4"/>
    <p:sldId id="349" r:id="rId5"/>
    <p:sldId id="26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B56"/>
    <a:srgbClr val="553058"/>
    <a:srgbClr val="A02A7D"/>
    <a:srgbClr val="362A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xun Huang" userId="5c4f4171-79f0-4b87-aa1d-c097d9ee5a38" providerId="ADAL" clId="{58B146DC-5B15-41AB-884B-012695C7D530}"/>
    <pc:docChg chg="delSld">
      <pc:chgData name="Shixun Huang" userId="5c4f4171-79f0-4b87-aa1d-c097d9ee5a38" providerId="ADAL" clId="{58B146DC-5B15-41AB-884B-012695C7D530}" dt="2024-04-05T04:35:05.048" v="0" actId="2696"/>
      <pc:docMkLst>
        <pc:docMk/>
      </pc:docMkLst>
      <pc:sldChg chg="del">
        <pc:chgData name="Shixun Huang" userId="5c4f4171-79f0-4b87-aa1d-c097d9ee5a38" providerId="ADAL" clId="{58B146DC-5B15-41AB-884B-012695C7D530}" dt="2024-04-05T04:35:05.048" v="0" actId="2696"/>
        <pc:sldMkLst>
          <pc:docMk/>
          <pc:sldMk cId="0" sldId="287"/>
        </pc:sldMkLst>
      </pc:sldChg>
      <pc:sldChg chg="del">
        <pc:chgData name="Shixun Huang" userId="5c4f4171-79f0-4b87-aa1d-c097d9ee5a38" providerId="ADAL" clId="{58B146DC-5B15-41AB-884B-012695C7D530}" dt="2024-04-05T04:35:05.048" v="0" actId="2696"/>
        <pc:sldMkLst>
          <pc:docMk/>
          <pc:sldMk cId="0" sldId="289"/>
        </pc:sldMkLst>
      </pc:sldChg>
      <pc:sldChg chg="del">
        <pc:chgData name="Shixun Huang" userId="5c4f4171-79f0-4b87-aa1d-c097d9ee5a38" providerId="ADAL" clId="{58B146DC-5B15-41AB-884B-012695C7D530}" dt="2024-04-05T04:35:05.048" v="0" actId="2696"/>
        <pc:sldMkLst>
          <pc:docMk/>
          <pc:sldMk cId="0" sldId="304"/>
        </pc:sldMkLst>
      </pc:sldChg>
      <pc:sldChg chg="del">
        <pc:chgData name="Shixun Huang" userId="5c4f4171-79f0-4b87-aa1d-c097d9ee5a38" providerId="ADAL" clId="{58B146DC-5B15-41AB-884B-012695C7D530}" dt="2024-04-05T04:35:05.048" v="0" actId="2696"/>
        <pc:sldMkLst>
          <pc:docMk/>
          <pc:sldMk cId="0" sldId="344"/>
        </pc:sldMkLst>
      </pc:sldChg>
      <pc:sldChg chg="del">
        <pc:chgData name="Shixun Huang" userId="5c4f4171-79f0-4b87-aa1d-c097d9ee5a38" providerId="ADAL" clId="{58B146DC-5B15-41AB-884B-012695C7D530}" dt="2024-04-05T04:35:05.048" v="0" actId="2696"/>
        <pc:sldMkLst>
          <pc:docMk/>
          <pc:sldMk cId="0" sldId="345"/>
        </pc:sldMkLst>
      </pc:sldChg>
      <pc:sldChg chg="del">
        <pc:chgData name="Shixun Huang" userId="5c4f4171-79f0-4b87-aa1d-c097d9ee5a38" providerId="ADAL" clId="{58B146DC-5B15-41AB-884B-012695C7D530}" dt="2024-04-05T04:35:05.048" v="0" actId="2696"/>
        <pc:sldMkLst>
          <pc:docMk/>
          <pc:sldMk cId="0" sldId="346"/>
        </pc:sldMkLst>
      </pc:sldChg>
      <pc:sldChg chg="del">
        <pc:chgData name="Shixun Huang" userId="5c4f4171-79f0-4b87-aa1d-c097d9ee5a38" providerId="ADAL" clId="{58B146DC-5B15-41AB-884B-012695C7D530}" dt="2024-04-05T04:35:05.048" v="0" actId="2696"/>
        <pc:sldMkLst>
          <pc:docMk/>
          <pc:sldMk cId="0" sldId="357"/>
        </pc:sldMkLst>
      </pc:sldChg>
    </pc:docChg>
  </pc:docChgLst>
  <pc:docChgLst>
    <pc:chgData name="Shixun Huang" userId="5c4f4171-79f0-4b87-aa1d-c097d9ee5a38" providerId="ADAL" clId="{7EA51A33-0C8D-4EFD-9C2A-7EF9F1F0BF3F}"/>
    <pc:docChg chg="custSel addSld delSld modSld">
      <pc:chgData name="Shixun Huang" userId="5c4f4171-79f0-4b87-aa1d-c097d9ee5a38" providerId="ADAL" clId="{7EA51A33-0C8D-4EFD-9C2A-7EF9F1F0BF3F}" dt="2024-04-01T01:05:27.959" v="111" actId="2696"/>
      <pc:docMkLst>
        <pc:docMk/>
      </pc:docMkLst>
      <pc:sldChg chg="del">
        <pc:chgData name="Shixun Huang" userId="5c4f4171-79f0-4b87-aa1d-c097d9ee5a38" providerId="ADAL" clId="{7EA51A33-0C8D-4EFD-9C2A-7EF9F1F0BF3F}" dt="2024-03-29T00:58:39.111" v="0" actId="2696"/>
        <pc:sldMkLst>
          <pc:docMk/>
          <pc:sldMk cId="0" sldId="257"/>
        </pc:sldMkLst>
      </pc:sldChg>
      <pc:sldChg chg="del">
        <pc:chgData name="Shixun Huang" userId="5c4f4171-79f0-4b87-aa1d-c097d9ee5a38" providerId="ADAL" clId="{7EA51A33-0C8D-4EFD-9C2A-7EF9F1F0BF3F}" dt="2024-03-29T00:58:39.111" v="0" actId="2696"/>
        <pc:sldMkLst>
          <pc:docMk/>
          <pc:sldMk cId="0" sldId="258"/>
        </pc:sldMkLst>
      </pc:sldChg>
      <pc:sldChg chg="del">
        <pc:chgData name="Shixun Huang" userId="5c4f4171-79f0-4b87-aa1d-c097d9ee5a38" providerId="ADAL" clId="{7EA51A33-0C8D-4EFD-9C2A-7EF9F1F0BF3F}" dt="2024-03-29T00:58:39.111" v="0" actId="2696"/>
        <pc:sldMkLst>
          <pc:docMk/>
          <pc:sldMk cId="0" sldId="259"/>
        </pc:sldMkLst>
      </pc:sldChg>
      <pc:sldChg chg="del">
        <pc:chgData name="Shixun Huang" userId="5c4f4171-79f0-4b87-aa1d-c097d9ee5a38" providerId="ADAL" clId="{7EA51A33-0C8D-4EFD-9C2A-7EF9F1F0BF3F}" dt="2024-03-29T00:58:45.411" v="1" actId="2696"/>
        <pc:sldMkLst>
          <pc:docMk/>
          <pc:sldMk cId="0" sldId="260"/>
        </pc:sldMkLst>
      </pc:sldChg>
      <pc:sldChg chg="del">
        <pc:chgData name="Shixun Huang" userId="5c4f4171-79f0-4b87-aa1d-c097d9ee5a38" providerId="ADAL" clId="{7EA51A33-0C8D-4EFD-9C2A-7EF9F1F0BF3F}" dt="2024-03-29T00:58:45.411" v="1" actId="2696"/>
        <pc:sldMkLst>
          <pc:docMk/>
          <pc:sldMk cId="0" sldId="262"/>
        </pc:sldMkLst>
      </pc:sldChg>
      <pc:sldChg chg="del">
        <pc:chgData name="Shixun Huang" userId="5c4f4171-79f0-4b87-aa1d-c097d9ee5a38" providerId="ADAL" clId="{7EA51A33-0C8D-4EFD-9C2A-7EF9F1F0BF3F}" dt="2024-03-29T00:58:39.111" v="0" actId="2696"/>
        <pc:sldMkLst>
          <pc:docMk/>
          <pc:sldMk cId="0" sldId="269"/>
        </pc:sldMkLst>
      </pc:sldChg>
      <pc:sldChg chg="del">
        <pc:chgData name="Shixun Huang" userId="5c4f4171-79f0-4b87-aa1d-c097d9ee5a38" providerId="ADAL" clId="{7EA51A33-0C8D-4EFD-9C2A-7EF9F1F0BF3F}" dt="2024-03-29T00:58:45.411" v="1" actId="2696"/>
        <pc:sldMkLst>
          <pc:docMk/>
          <pc:sldMk cId="0" sldId="272"/>
        </pc:sldMkLst>
      </pc:sldChg>
      <pc:sldChg chg="modSp mod">
        <pc:chgData name="Shixun Huang" userId="5c4f4171-79f0-4b87-aa1d-c097d9ee5a38" providerId="ADAL" clId="{7EA51A33-0C8D-4EFD-9C2A-7EF9F1F0BF3F}" dt="2024-04-01T01:00:23.216" v="63" actId="20577"/>
        <pc:sldMkLst>
          <pc:docMk/>
          <pc:sldMk cId="0" sldId="287"/>
        </pc:sldMkLst>
        <pc:spChg chg="mod">
          <ac:chgData name="Shixun Huang" userId="5c4f4171-79f0-4b87-aa1d-c097d9ee5a38" providerId="ADAL" clId="{7EA51A33-0C8D-4EFD-9C2A-7EF9F1F0BF3F}" dt="2024-04-01T01:00:23.216" v="63" actId="20577"/>
          <ac:spMkLst>
            <pc:docMk/>
            <pc:sldMk cId="0" sldId="287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7EA51A33-0C8D-4EFD-9C2A-7EF9F1F0BF3F}" dt="2024-04-01T01:04:04.588" v="104" actId="20577"/>
        <pc:sldMkLst>
          <pc:docMk/>
          <pc:sldMk cId="0" sldId="289"/>
        </pc:sldMkLst>
        <pc:spChg chg="mod">
          <ac:chgData name="Shixun Huang" userId="5c4f4171-79f0-4b87-aa1d-c097d9ee5a38" providerId="ADAL" clId="{7EA51A33-0C8D-4EFD-9C2A-7EF9F1F0BF3F}" dt="2024-04-01T01:04:04.588" v="104" actId="20577"/>
          <ac:spMkLst>
            <pc:docMk/>
            <pc:sldMk cId="0" sldId="289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7EA51A33-0C8D-4EFD-9C2A-7EF9F1F0BF3F}" dt="2024-04-01T01:02:39.384" v="65" actId="207"/>
        <pc:sldMkLst>
          <pc:docMk/>
          <pc:sldMk cId="0" sldId="304"/>
        </pc:sldMkLst>
        <pc:spChg chg="mod">
          <ac:chgData name="Shixun Huang" userId="5c4f4171-79f0-4b87-aa1d-c097d9ee5a38" providerId="ADAL" clId="{7EA51A33-0C8D-4EFD-9C2A-7EF9F1F0BF3F}" dt="2024-04-01T01:02:39.384" v="65" actId="207"/>
          <ac:spMkLst>
            <pc:docMk/>
            <pc:sldMk cId="0" sldId="304"/>
            <ac:spMk id="8" creationId="{00000000-0000-0000-0000-000000000000}"/>
          </ac:spMkLst>
        </pc:spChg>
      </pc:sldChg>
      <pc:sldChg chg="del">
        <pc:chgData name="Shixun Huang" userId="5c4f4171-79f0-4b87-aa1d-c097d9ee5a38" providerId="ADAL" clId="{7EA51A33-0C8D-4EFD-9C2A-7EF9F1F0BF3F}" dt="2024-03-29T01:21:44.736" v="56" actId="2696"/>
        <pc:sldMkLst>
          <pc:docMk/>
          <pc:sldMk cId="0" sldId="305"/>
        </pc:sldMkLst>
      </pc:sldChg>
      <pc:sldChg chg="del">
        <pc:chgData name="Shixun Huang" userId="5c4f4171-79f0-4b87-aa1d-c097d9ee5a38" providerId="ADAL" clId="{7EA51A33-0C8D-4EFD-9C2A-7EF9F1F0BF3F}" dt="2024-04-01T01:00:48.052" v="64" actId="2696"/>
        <pc:sldMkLst>
          <pc:docMk/>
          <pc:sldMk cId="0" sldId="333"/>
        </pc:sldMkLst>
      </pc:sldChg>
      <pc:sldChg chg="del">
        <pc:chgData name="Shixun Huang" userId="5c4f4171-79f0-4b87-aa1d-c097d9ee5a38" providerId="ADAL" clId="{7EA51A33-0C8D-4EFD-9C2A-7EF9F1F0BF3F}" dt="2024-03-29T01:21:35.607" v="55" actId="2696"/>
        <pc:sldMkLst>
          <pc:docMk/>
          <pc:sldMk cId="0" sldId="334"/>
        </pc:sldMkLst>
      </pc:sldChg>
      <pc:sldChg chg="del">
        <pc:chgData name="Shixun Huang" userId="5c4f4171-79f0-4b87-aa1d-c097d9ee5a38" providerId="ADAL" clId="{7EA51A33-0C8D-4EFD-9C2A-7EF9F1F0BF3F}" dt="2024-04-01T01:00:13.868" v="57" actId="2696"/>
        <pc:sldMkLst>
          <pc:docMk/>
          <pc:sldMk cId="0" sldId="343"/>
        </pc:sldMkLst>
      </pc:sldChg>
      <pc:sldChg chg="modSp mod setBg">
        <pc:chgData name="Shixun Huang" userId="5c4f4171-79f0-4b87-aa1d-c097d9ee5a38" providerId="ADAL" clId="{7EA51A33-0C8D-4EFD-9C2A-7EF9F1F0BF3F}" dt="2024-03-29T01:06:25.583" v="16" actId="12"/>
        <pc:sldMkLst>
          <pc:docMk/>
          <pc:sldMk cId="0" sldId="344"/>
        </pc:sldMkLst>
        <pc:spChg chg="mod">
          <ac:chgData name="Shixun Huang" userId="5c4f4171-79f0-4b87-aa1d-c097d9ee5a38" providerId="ADAL" clId="{7EA51A33-0C8D-4EFD-9C2A-7EF9F1F0BF3F}" dt="2024-03-29T01:06:25.583" v="16" actId="12"/>
          <ac:spMkLst>
            <pc:docMk/>
            <pc:sldMk cId="0" sldId="344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7EA51A33-0C8D-4EFD-9C2A-7EF9F1F0BF3F}" dt="2024-04-01T01:03:03.416" v="68" actId="207"/>
        <pc:sldMkLst>
          <pc:docMk/>
          <pc:sldMk cId="0" sldId="345"/>
        </pc:sldMkLst>
        <pc:spChg chg="mod">
          <ac:chgData name="Shixun Huang" userId="5c4f4171-79f0-4b87-aa1d-c097d9ee5a38" providerId="ADAL" clId="{7EA51A33-0C8D-4EFD-9C2A-7EF9F1F0BF3F}" dt="2024-04-01T01:03:03.416" v="68" actId="207"/>
          <ac:spMkLst>
            <pc:docMk/>
            <pc:sldMk cId="0" sldId="345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7EA51A33-0C8D-4EFD-9C2A-7EF9F1F0BF3F}" dt="2024-04-01T01:03:35.574" v="83" actId="20577"/>
        <pc:sldMkLst>
          <pc:docMk/>
          <pc:sldMk cId="0" sldId="346"/>
        </pc:sldMkLst>
        <pc:spChg chg="mod">
          <ac:chgData name="Shixun Huang" userId="5c4f4171-79f0-4b87-aa1d-c097d9ee5a38" providerId="ADAL" clId="{7EA51A33-0C8D-4EFD-9C2A-7EF9F1F0BF3F}" dt="2024-04-01T01:03:35.574" v="83" actId="20577"/>
          <ac:spMkLst>
            <pc:docMk/>
            <pc:sldMk cId="0" sldId="346"/>
            <ac:spMk id="8" creationId="{00000000-0000-0000-0000-000000000000}"/>
          </ac:spMkLst>
        </pc:spChg>
      </pc:sldChg>
      <pc:sldChg chg="addSp delSp modSp mod">
        <pc:chgData name="Shixun Huang" userId="5c4f4171-79f0-4b87-aa1d-c097d9ee5a38" providerId="ADAL" clId="{7EA51A33-0C8D-4EFD-9C2A-7EF9F1F0BF3F}" dt="2024-04-01T01:04:16.267" v="108" actId="1076"/>
        <pc:sldMkLst>
          <pc:docMk/>
          <pc:sldMk cId="0" sldId="357"/>
        </pc:sldMkLst>
        <pc:picChg chg="del">
          <ac:chgData name="Shixun Huang" userId="5c4f4171-79f0-4b87-aa1d-c097d9ee5a38" providerId="ADAL" clId="{7EA51A33-0C8D-4EFD-9C2A-7EF9F1F0BF3F}" dt="2024-04-01T01:04:08.377" v="105" actId="478"/>
          <ac:picMkLst>
            <pc:docMk/>
            <pc:sldMk cId="0" sldId="357"/>
            <ac:picMk id="3" creationId="{00000000-0000-0000-0000-000000000000}"/>
          </ac:picMkLst>
        </pc:picChg>
        <pc:picChg chg="add mod">
          <ac:chgData name="Shixun Huang" userId="5c4f4171-79f0-4b87-aa1d-c097d9ee5a38" providerId="ADAL" clId="{7EA51A33-0C8D-4EFD-9C2A-7EF9F1F0BF3F}" dt="2024-04-01T01:04:16.267" v="108" actId="1076"/>
          <ac:picMkLst>
            <pc:docMk/>
            <pc:sldMk cId="0" sldId="357"/>
            <ac:picMk id="4" creationId="{2C5F318B-C00F-8988-EC5E-E2596CB44773}"/>
          </ac:picMkLst>
        </pc:picChg>
      </pc:sldChg>
      <pc:sldChg chg="addSp modSp new del">
        <pc:chgData name="Shixun Huang" userId="5c4f4171-79f0-4b87-aa1d-c097d9ee5a38" providerId="ADAL" clId="{7EA51A33-0C8D-4EFD-9C2A-7EF9F1F0BF3F}" dt="2024-04-01T01:05:27.959" v="111" actId="2696"/>
        <pc:sldMkLst>
          <pc:docMk/>
          <pc:sldMk cId="3427916898" sldId="358"/>
        </pc:sldMkLst>
        <pc:spChg chg="add mod">
          <ac:chgData name="Shixun Huang" userId="5c4f4171-79f0-4b87-aa1d-c097d9ee5a38" providerId="ADAL" clId="{7EA51A33-0C8D-4EFD-9C2A-7EF9F1F0BF3F}" dt="2024-04-01T01:05:12.811" v="110"/>
          <ac:spMkLst>
            <pc:docMk/>
            <pc:sldMk cId="3427916898" sldId="358"/>
            <ac:spMk id="2" creationId="{DEF54777-3212-24E0-B50D-FEA1C11D0A1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Calibri" panose="020F050202020403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Calibri" panose="020F050202020403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Calibri" panose="020F0502020204030204" pitchFamily="34" charset="0"/>
              </a:defRPr>
            </a:lvl1pPr>
          </a:lstStyle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Calibri" panose="020F0502020204030204" pitchFamily="34" charset="0"/>
              </a:defRPr>
            </a:lvl1pPr>
          </a:lstStyle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Calibri" panose="020F050202020403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84820" y="4749165"/>
            <a:ext cx="223202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Week6 Tutorial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
</a:t>
            </a:r>
            <a:endParaRPr lang="zh-CN" altLang="en-US" sz="2000" dirty="0">
              <a:solidFill>
                <a:schemeClr val="bg1"/>
              </a:solidFill>
              <a:ea typeface="Calibri" panose="020F0502020204030204" pitchFamily="3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941772" y="4748978"/>
            <a:ext cx="2517508" cy="40011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62755" y="1703070"/>
            <a:ext cx="744791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CSCI910/410 </a:t>
            </a:r>
          </a:p>
          <a:p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Software Requirements, Specifications and Formal Methods 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455795" y="490855"/>
            <a:ext cx="32804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Exercise 3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423545" y="1310640"/>
            <a:ext cx="11345545" cy="464375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1902460" y="2698750"/>
            <a:ext cx="838835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3200" b="1" dirty="0">
                <a:solidFill>
                  <a:schemeClr val="bg1"/>
                </a:solidFill>
                <a:ea typeface="Calibri" panose="020F0502020204030204" pitchFamily="34" charset="0"/>
              </a:rPr>
              <a:t>Draw a Finite State Machine (FSM) for the project. Please also complete the state table.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455795" y="490855"/>
            <a:ext cx="32804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FSM Example</a:t>
            </a:r>
          </a:p>
        </p:txBody>
      </p:sp>
      <p:pic>
        <p:nvPicPr>
          <p:cNvPr id="4" name="Picture 3" descr="Blank diagram 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095" y="1297305"/>
            <a:ext cx="6932295" cy="47790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966210" y="604520"/>
            <a:ext cx="42602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State Table 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5" y="1126490"/>
            <a:ext cx="11247120" cy="5000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806519" y="4761954"/>
            <a:ext cx="3671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THANKS</a:t>
            </a:r>
            <a:endParaRPr lang="zh-CN" altLang="en-US" sz="5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38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Shixun Huang</cp:lastModifiedBy>
  <cp:revision>97</cp:revision>
  <dcterms:created xsi:type="dcterms:W3CDTF">2023-03-29T11:34:00Z</dcterms:created>
  <dcterms:modified xsi:type="dcterms:W3CDTF">2024-04-05T04:35:06Z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1033-11.2.0.11516</vt:lpwstr>
  </property>
  <property fmtid="{D5CDD505-2E9C-101B-9397-08002B2CF9AE}" pid="3" name="ICV">
    <vt:lpwstr>916455EA220045F0A9F2F90BB062BDD4</vt:lpwstr>
  </property>
</Properties>
</file>